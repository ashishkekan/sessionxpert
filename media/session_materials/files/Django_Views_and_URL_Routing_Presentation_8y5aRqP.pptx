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4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93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3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2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3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9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0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2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96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0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9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2929" y="812030"/>
            <a:ext cx="7772400" cy="1470025"/>
          </a:xfrm>
        </p:spPr>
        <p:txBody>
          <a:bodyPr>
            <a:noAutofit/>
          </a:bodyPr>
          <a:lstStyle/>
          <a:p>
            <a:r>
              <a:rPr sz="6000" dirty="0"/>
              <a:t>Django Views and URL Routing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2929" y="2597707"/>
            <a:ext cx="7017290" cy="1295423"/>
          </a:xfrm>
        </p:spPr>
        <p:txBody>
          <a:bodyPr/>
          <a:lstStyle/>
          <a:p>
            <a:r>
              <a:rPr dirty="0"/>
              <a:t>Function-Based Views, Class-Based Views, and URL Patterns (path(), </a:t>
            </a:r>
            <a:r>
              <a:rPr dirty="0" err="1"/>
              <a:t>re_path</a:t>
            </a:r>
            <a:r>
              <a:rPr dirty="0"/>
              <a:t>())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6982" y="5278570"/>
            <a:ext cx="4613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By - </a:t>
            </a:r>
            <a:r>
              <a:rPr lang="en-US" sz="2800" dirty="0" err="1"/>
              <a:t>Ketan</a:t>
            </a:r>
            <a:r>
              <a:rPr lang="en-US" sz="2800" dirty="0"/>
              <a:t> </a:t>
            </a:r>
            <a:r>
              <a:rPr lang="en-US" sz="2800" dirty="0" err="1"/>
              <a:t>Balajiwale</a:t>
            </a:r>
            <a:endParaRPr lang="en-US" sz="2800" dirty="0"/>
          </a:p>
          <a:p>
            <a:r>
              <a:rPr lang="en-US" sz="2800" dirty="0"/>
              <a:t>Date </a:t>
            </a:r>
            <a:r>
              <a:rPr lang="en-US" sz="2800"/>
              <a:t>– 05/09/2025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Django 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 Django </a:t>
            </a:r>
            <a:r>
              <a:rPr sz="2800" b="1" dirty="0"/>
              <a:t>view</a:t>
            </a:r>
            <a:r>
              <a:rPr sz="2800" dirty="0"/>
              <a:t> is a Python function or class that receives a web request and returns a response.</a:t>
            </a:r>
          </a:p>
          <a:p>
            <a:r>
              <a:rPr sz="2800" dirty="0"/>
              <a:t>Views are responsible for the logic behind web pages.</a:t>
            </a:r>
          </a:p>
          <a:p>
            <a:r>
              <a:rPr sz="2800" dirty="0"/>
              <a:t>Views can render templates, return JSON, or redirect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Function-Based Views (FBVs)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dirty="0"/>
              <a:t>Defined as regular Python functions.</a:t>
            </a:r>
          </a:p>
          <a:p>
            <a:r>
              <a:rPr sz="2800" dirty="0"/>
              <a:t>Takes </a:t>
            </a:r>
            <a:r>
              <a:rPr sz="2800" dirty="0" err="1"/>
              <a:t>HttpRequest</a:t>
            </a:r>
            <a:r>
              <a:rPr sz="2800" dirty="0"/>
              <a:t> as input and returns </a:t>
            </a:r>
            <a:r>
              <a:rPr sz="2800" dirty="0" err="1"/>
              <a:t>HttpResponse</a:t>
            </a:r>
            <a:r>
              <a:rPr sz="2800" dirty="0"/>
              <a:t>.</a:t>
            </a:r>
          </a:p>
          <a:p>
            <a:r>
              <a:rPr sz="2800" dirty="0"/>
              <a:t>Simple and easy to understand.</a:t>
            </a:r>
          </a:p>
          <a:p>
            <a:endParaRPr sz="2600" dirty="0"/>
          </a:p>
          <a:p>
            <a:r>
              <a:rPr sz="2800" dirty="0"/>
              <a:t>Example:</a:t>
            </a:r>
          </a:p>
          <a:p>
            <a:pPr marL="0" indent="0">
              <a:buNone/>
            </a:pPr>
            <a:r>
              <a:rPr lang="en-US" sz="2500" dirty="0"/>
              <a:t>        </a:t>
            </a:r>
            <a:r>
              <a:rPr sz="2500" dirty="0"/>
              <a:t>from </a:t>
            </a:r>
            <a:r>
              <a:rPr sz="2500" dirty="0" err="1"/>
              <a:t>django.http</a:t>
            </a:r>
            <a:r>
              <a:rPr sz="2500" dirty="0"/>
              <a:t> import </a:t>
            </a:r>
            <a:r>
              <a:rPr sz="2500" dirty="0" err="1"/>
              <a:t>HttpResponse</a:t>
            </a:r>
            <a:endParaRPr sz="2500" dirty="0"/>
          </a:p>
          <a:p>
            <a:pPr marL="0" indent="0">
              <a:buNone/>
            </a:pPr>
            <a:r>
              <a:rPr lang="en-US" sz="2500" dirty="0"/>
              <a:t>       </a:t>
            </a:r>
            <a:r>
              <a:rPr sz="2500" dirty="0" err="1"/>
              <a:t>def</a:t>
            </a:r>
            <a:r>
              <a:rPr sz="2500" dirty="0"/>
              <a:t> </a:t>
            </a:r>
            <a:r>
              <a:rPr sz="2500" dirty="0" err="1"/>
              <a:t>home_view</a:t>
            </a:r>
            <a:r>
              <a:rPr sz="2500" dirty="0"/>
              <a:t>(request):</a:t>
            </a:r>
          </a:p>
          <a:p>
            <a:pPr marL="0" indent="0">
              <a:buNone/>
            </a:pPr>
            <a:r>
              <a:rPr lang="en-US" sz="2500" dirty="0"/>
              <a:t>               </a:t>
            </a:r>
            <a:r>
              <a:rPr sz="2500" dirty="0"/>
              <a:t>return </a:t>
            </a:r>
            <a:r>
              <a:rPr sz="2500" dirty="0" err="1"/>
              <a:t>HttpResponse</a:t>
            </a:r>
            <a:r>
              <a:rPr sz="2500" dirty="0"/>
              <a:t>("Welcome to the Hom</a:t>
            </a:r>
            <a:r>
              <a:rPr lang="en-US" sz="2500" dirty="0"/>
              <a:t>e </a:t>
            </a:r>
            <a:r>
              <a:rPr sz="2500" dirty="0"/>
              <a:t>Page!")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Class-Based Views (CBVs)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277975"/>
          </a:xfrm>
        </p:spPr>
        <p:txBody>
          <a:bodyPr>
            <a:normAutofit fontScale="77500" lnSpcReduction="20000"/>
          </a:bodyPr>
          <a:lstStyle/>
          <a:p>
            <a:r>
              <a:rPr sz="3300" dirty="0"/>
              <a:t>Implemented using Python classes.</a:t>
            </a:r>
          </a:p>
          <a:p>
            <a:r>
              <a:rPr sz="3300" dirty="0"/>
              <a:t>Inherit from Django’s built-in view classes.</a:t>
            </a:r>
          </a:p>
          <a:p>
            <a:endParaRPr sz="3400" dirty="0"/>
          </a:p>
          <a:p>
            <a:r>
              <a:rPr sz="33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sz="2800" dirty="0"/>
              <a:t>from </a:t>
            </a:r>
            <a:r>
              <a:rPr sz="2800" dirty="0" err="1"/>
              <a:t>django.views</a:t>
            </a:r>
            <a:r>
              <a:rPr sz="2800" dirty="0"/>
              <a:t> import View</a:t>
            </a:r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sz="2800" dirty="0"/>
              <a:t>from </a:t>
            </a:r>
            <a:r>
              <a:rPr sz="2800" dirty="0" err="1"/>
              <a:t>django.http</a:t>
            </a:r>
            <a:r>
              <a:rPr sz="2800" dirty="0"/>
              <a:t> import </a:t>
            </a:r>
            <a:r>
              <a:rPr sz="2800" dirty="0" err="1"/>
              <a:t>HttpResponse</a:t>
            </a:r>
            <a:endParaRPr sz="2800" dirty="0"/>
          </a:p>
          <a:p>
            <a:endParaRPr sz="2800" dirty="0"/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sz="2800" dirty="0"/>
              <a:t>class </a:t>
            </a:r>
            <a:r>
              <a:rPr sz="2800" dirty="0" err="1"/>
              <a:t>HomeView</a:t>
            </a:r>
            <a:r>
              <a:rPr sz="2800" dirty="0"/>
              <a:t>(View):</a:t>
            </a:r>
          </a:p>
          <a:p>
            <a:pPr marL="0" indent="0">
              <a:buNone/>
            </a:pPr>
            <a:r>
              <a:rPr lang="en-US" sz="2800" dirty="0"/>
              <a:t>                </a:t>
            </a:r>
            <a:r>
              <a:rPr sz="2800" dirty="0" err="1"/>
              <a:t>def</a:t>
            </a:r>
            <a:r>
              <a:rPr sz="2800" dirty="0"/>
              <a:t> get(self, request):</a:t>
            </a:r>
          </a:p>
          <a:p>
            <a:pPr marL="0" indent="0">
              <a:buNone/>
            </a:pPr>
            <a:r>
              <a:rPr lang="en-US" sz="2800" dirty="0"/>
              <a:t>	        </a:t>
            </a:r>
            <a:r>
              <a:rPr sz="2800" dirty="0"/>
              <a:t>return </a:t>
            </a:r>
            <a:r>
              <a:rPr sz="2800" dirty="0" err="1"/>
              <a:t>HttpResponse</a:t>
            </a:r>
            <a:r>
              <a:rPr sz="2800" dirty="0"/>
              <a:t>("Welcome to the Home Page!")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FBV vs CBV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70100"/>
              </p:ext>
            </p:extLst>
          </p:nvPr>
        </p:nvGraphicFramePr>
        <p:xfrm>
          <a:off x="822960" y="2242199"/>
          <a:ext cx="6885708" cy="324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236">
                  <a:extLst>
                    <a:ext uri="{9D8B030D-6E8A-4147-A177-3AD203B41FA5}">
                      <a16:colId xmlns:a16="http://schemas.microsoft.com/office/drawing/2014/main" val="1404660470"/>
                    </a:ext>
                  </a:extLst>
                </a:gridCol>
                <a:gridCol w="2295236">
                  <a:extLst>
                    <a:ext uri="{9D8B030D-6E8A-4147-A177-3AD203B41FA5}">
                      <a16:colId xmlns:a16="http://schemas.microsoft.com/office/drawing/2014/main" val="2656566947"/>
                    </a:ext>
                  </a:extLst>
                </a:gridCol>
                <a:gridCol w="2295236">
                  <a:extLst>
                    <a:ext uri="{9D8B030D-6E8A-4147-A177-3AD203B41FA5}">
                      <a16:colId xmlns:a16="http://schemas.microsoft.com/office/drawing/2014/main" val="3866124400"/>
                    </a:ext>
                  </a:extLst>
                </a:gridCol>
              </a:tblGrid>
              <a:tr h="524753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CBV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130545"/>
                  </a:ext>
                </a:extLst>
              </a:tr>
              <a:tr h="905737">
                <a:tc>
                  <a:txBody>
                    <a:bodyPr/>
                    <a:lstStyle/>
                    <a:p>
                      <a:r>
                        <a:rPr lang="en-IN" dirty="0"/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Best for simple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Verbose for simple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34552"/>
                  </a:ext>
                </a:extLst>
              </a:tr>
              <a:tr h="905737">
                <a:tc>
                  <a:txBody>
                    <a:bodyPr/>
                    <a:lstStyle/>
                    <a:p>
                      <a:r>
                        <a:rPr lang="en-IN" dirty="0"/>
                        <a:t>Reusability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Limited reuse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Easily extendable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45742"/>
                  </a:ext>
                </a:extLst>
              </a:tr>
              <a:tr h="905737">
                <a:tc>
                  <a:txBody>
                    <a:bodyPr/>
                    <a:lstStyle/>
                    <a:p>
                      <a:r>
                        <a:rPr lang="en-IN" dirty="0"/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Less 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Better OOP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243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 Routing in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3000" dirty="0"/>
              <a:t>URL patterns map URLs to views.</a:t>
            </a:r>
          </a:p>
          <a:p>
            <a:r>
              <a:rPr sz="3000" dirty="0"/>
              <a:t>Defined in urls.py.</a:t>
            </a:r>
          </a:p>
          <a:p>
            <a:endParaRPr sz="2600" dirty="0"/>
          </a:p>
          <a:p>
            <a:r>
              <a:rPr sz="3000" dirty="0"/>
              <a:t>Example:</a:t>
            </a:r>
          </a:p>
          <a:p>
            <a:pPr marL="0" indent="0">
              <a:buNone/>
            </a:pPr>
            <a:r>
              <a:rPr lang="en-US" sz="2600" dirty="0"/>
              <a:t>        </a:t>
            </a:r>
            <a:r>
              <a:rPr sz="2600" dirty="0"/>
              <a:t>from </a:t>
            </a:r>
            <a:r>
              <a:rPr sz="2600" dirty="0" err="1"/>
              <a:t>django.urls</a:t>
            </a:r>
            <a:r>
              <a:rPr sz="2600" dirty="0"/>
              <a:t> import path</a:t>
            </a:r>
          </a:p>
          <a:p>
            <a:pPr marL="0" indent="0">
              <a:buNone/>
            </a:pPr>
            <a:r>
              <a:rPr lang="en-US" sz="2600" dirty="0"/>
              <a:t>        </a:t>
            </a:r>
            <a:r>
              <a:rPr sz="2600" dirty="0"/>
              <a:t>from . import views</a:t>
            </a:r>
          </a:p>
          <a:p>
            <a:endParaRPr sz="2600" dirty="0"/>
          </a:p>
          <a:p>
            <a:pPr marL="0" indent="0">
              <a:buNone/>
            </a:pPr>
            <a:r>
              <a:rPr lang="en-US" sz="2600" dirty="0"/>
              <a:t>        </a:t>
            </a:r>
            <a:r>
              <a:rPr sz="2600" dirty="0" err="1"/>
              <a:t>urlpatterns</a:t>
            </a:r>
            <a:r>
              <a:rPr sz="2600" dirty="0"/>
              <a:t> = [path('', </a:t>
            </a:r>
            <a:r>
              <a:rPr sz="2600" dirty="0" err="1"/>
              <a:t>views.home_view</a:t>
            </a:r>
            <a:r>
              <a:rPr sz="2600" dirty="0"/>
              <a:t>, name='home')]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dirty="0"/>
              <a:t>Introduced in Django 2.0.</a:t>
            </a:r>
          </a:p>
          <a:p>
            <a:r>
              <a:rPr sz="2800" dirty="0"/>
              <a:t>Used for simple and readable URL routing.</a:t>
            </a:r>
          </a:p>
          <a:p>
            <a:r>
              <a:rPr sz="2800" dirty="0"/>
              <a:t>Automatically converts path variables (e.g., &lt;</a:t>
            </a:r>
            <a:r>
              <a:rPr sz="2800" dirty="0" err="1"/>
              <a:t>int:id</a:t>
            </a:r>
            <a:r>
              <a:rPr sz="2800" dirty="0"/>
              <a:t>&gt;).</a:t>
            </a:r>
          </a:p>
          <a:p>
            <a:endParaRPr sz="2600" dirty="0"/>
          </a:p>
          <a:p>
            <a:r>
              <a:rPr sz="2800" dirty="0"/>
              <a:t>Example: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GB" sz="2400" dirty="0" err="1"/>
              <a:t>urlpatterns</a:t>
            </a:r>
            <a:r>
              <a:rPr lang="en-GB" sz="2400" dirty="0"/>
              <a:t> = [</a:t>
            </a:r>
          </a:p>
          <a:p>
            <a:pPr marL="0" indent="0">
              <a:buNone/>
            </a:pPr>
            <a:r>
              <a:rPr lang="en-GB" sz="2400" dirty="0"/>
              <a:t>               path('', </a:t>
            </a:r>
            <a:r>
              <a:rPr lang="en-GB" sz="2400" dirty="0" err="1"/>
              <a:t>views.home_view</a:t>
            </a:r>
            <a:r>
              <a:rPr lang="en-GB" sz="2400" dirty="0"/>
              <a:t>, name='home'),</a:t>
            </a:r>
          </a:p>
          <a:p>
            <a:pPr marL="400050" lvl="1" indent="0">
              <a:buNone/>
            </a:pPr>
            <a:r>
              <a:rPr lang="en-GB" sz="2400" dirty="0"/>
              <a:t>         path('about/', </a:t>
            </a:r>
            <a:r>
              <a:rPr lang="en-GB" sz="2400" dirty="0" err="1"/>
              <a:t>views.about_view</a:t>
            </a:r>
            <a:r>
              <a:rPr lang="en-GB" sz="2400" dirty="0"/>
              <a:t>, name='about'),</a:t>
            </a:r>
          </a:p>
          <a:p>
            <a:pPr marL="400050" lvl="1" indent="0">
              <a:buNone/>
            </a:pPr>
            <a:r>
              <a:rPr lang="en-GB" sz="2400" dirty="0"/>
              <a:t>]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re_path()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8752"/>
            <a:ext cx="8229600" cy="4814448"/>
          </a:xfrm>
        </p:spPr>
        <p:txBody>
          <a:bodyPr>
            <a:normAutofit fontScale="70000" lnSpcReduction="20000"/>
          </a:bodyPr>
          <a:lstStyle/>
          <a:p>
            <a:r>
              <a:rPr sz="3900" dirty="0"/>
              <a:t>Uses regular expressions to define routes.</a:t>
            </a:r>
          </a:p>
          <a:p>
            <a:r>
              <a:rPr sz="3900" dirty="0"/>
              <a:t>Useful for complex pattern matching.</a:t>
            </a:r>
          </a:p>
          <a:p>
            <a:endParaRPr sz="3900" dirty="0"/>
          </a:p>
          <a:p>
            <a:r>
              <a:rPr sz="3900" dirty="0"/>
              <a:t>Example:</a:t>
            </a:r>
            <a:endParaRPr lang="en-IN" sz="3900" dirty="0"/>
          </a:p>
          <a:p>
            <a:pPr marL="0" indent="0">
              <a:buNone/>
            </a:pPr>
            <a:r>
              <a:rPr lang="en-IN" sz="3400" dirty="0"/>
              <a:t>      </a:t>
            </a:r>
            <a:r>
              <a:rPr lang="en-IN" sz="3400" dirty="0" err="1"/>
              <a:t>urlpatterns</a:t>
            </a:r>
            <a:r>
              <a:rPr lang="en-IN" sz="3400" dirty="0"/>
              <a:t> = [</a:t>
            </a:r>
          </a:p>
          <a:p>
            <a:pPr marL="0" indent="0">
              <a:buNone/>
            </a:pPr>
            <a:r>
              <a:rPr lang="en-IN" sz="3400" dirty="0"/>
              <a:t>                </a:t>
            </a:r>
            <a:r>
              <a:rPr lang="en-IN" sz="3400" dirty="0" err="1"/>
              <a:t>re_path</a:t>
            </a:r>
            <a:r>
              <a:rPr lang="en-IN" sz="3400" dirty="0"/>
              <a:t>(r'^$', </a:t>
            </a:r>
            <a:r>
              <a:rPr lang="en-IN" sz="3400" dirty="0" err="1"/>
              <a:t>views.home_view</a:t>
            </a:r>
            <a:r>
              <a:rPr lang="en-IN" sz="3400" dirty="0"/>
              <a:t>, name='home'),</a:t>
            </a:r>
          </a:p>
          <a:p>
            <a:pPr marL="400050" lvl="1" indent="0">
              <a:buNone/>
            </a:pPr>
            <a:r>
              <a:rPr lang="en-IN" sz="3400" dirty="0"/>
              <a:t> 	  </a:t>
            </a:r>
            <a:r>
              <a:rPr lang="en-IN" sz="3400" dirty="0" err="1"/>
              <a:t>re_path</a:t>
            </a:r>
            <a:r>
              <a:rPr lang="en-IN" sz="3400" dirty="0"/>
              <a:t>(</a:t>
            </a:r>
            <a:r>
              <a:rPr lang="en-IN" sz="3400" dirty="0" err="1"/>
              <a:t>r'^about</a:t>
            </a:r>
            <a:r>
              <a:rPr lang="en-IN" sz="3400" dirty="0"/>
              <a:t>/$', </a:t>
            </a:r>
            <a:r>
              <a:rPr lang="en-IN" sz="3400" dirty="0" err="1"/>
              <a:t>views.about_view</a:t>
            </a:r>
            <a:r>
              <a:rPr lang="en-IN" sz="3400" dirty="0"/>
              <a:t>, name='about'),</a:t>
            </a:r>
          </a:p>
          <a:p>
            <a:pPr marL="400050" lvl="1" indent="0">
              <a:buNone/>
            </a:pPr>
            <a:r>
              <a:rPr lang="en-IN" sz="3400" dirty="0"/>
              <a:t>]</a:t>
            </a:r>
          </a:p>
          <a:p>
            <a:pPr marL="400050" lvl="1" indent="0">
              <a:buNone/>
            </a:pPr>
            <a:endParaRPr sz="3900" dirty="0"/>
          </a:p>
          <a:p>
            <a:r>
              <a:rPr sz="3900" dirty="0"/>
              <a:t>✅ Flexible</a:t>
            </a:r>
          </a:p>
          <a:p>
            <a:r>
              <a:rPr sz="3900" dirty="0"/>
              <a:t>❌ Harder to read and maintain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Example - Combining Views and URLs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# views.py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sz="2400" dirty="0" err="1"/>
              <a:t>def</a:t>
            </a:r>
            <a:r>
              <a:rPr sz="2400" dirty="0"/>
              <a:t> </a:t>
            </a:r>
            <a:r>
              <a:rPr sz="2400" dirty="0" err="1"/>
              <a:t>profile_view</a:t>
            </a:r>
            <a:r>
              <a:rPr sz="2400" dirty="0"/>
              <a:t>(request, username):</a:t>
            </a:r>
          </a:p>
          <a:p>
            <a:pPr marL="0" indent="0">
              <a:buNone/>
            </a:pPr>
            <a:r>
              <a:rPr lang="en-US" sz="2400" dirty="0"/>
              <a:t>               </a:t>
            </a:r>
            <a:r>
              <a:rPr sz="2400" dirty="0"/>
              <a:t>return </a:t>
            </a:r>
            <a:r>
              <a:rPr sz="2400" dirty="0" err="1"/>
              <a:t>HttpResponse</a:t>
            </a:r>
            <a:r>
              <a:rPr sz="2400" dirty="0"/>
              <a:t>(</a:t>
            </a:r>
            <a:r>
              <a:rPr sz="2400" dirty="0" err="1"/>
              <a:t>f"Profile</a:t>
            </a:r>
            <a:r>
              <a:rPr sz="2400" dirty="0"/>
              <a:t> page of</a:t>
            </a:r>
            <a:r>
              <a:rPr lang="en-US" sz="2400" dirty="0"/>
              <a:t> </a:t>
            </a:r>
            <a:r>
              <a:rPr sz="2400" dirty="0"/>
              <a:t>{username}")</a:t>
            </a:r>
          </a:p>
          <a:p>
            <a:endParaRPr dirty="0"/>
          </a:p>
          <a:p>
            <a:r>
              <a:rPr sz="2800" dirty="0"/>
              <a:t># urls.py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sz="2400" dirty="0"/>
              <a:t>path('user/&lt;</a:t>
            </a:r>
            <a:r>
              <a:rPr sz="2400" dirty="0" err="1"/>
              <a:t>str:username</a:t>
            </a:r>
            <a:r>
              <a:rPr sz="2400" dirty="0"/>
              <a:t>&gt;/', </a:t>
            </a:r>
            <a:r>
              <a:rPr sz="2400" dirty="0" err="1"/>
              <a:t>views.profile_view</a:t>
            </a: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98073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FBVs are simple and intuitive.</a:t>
            </a:r>
          </a:p>
          <a:p>
            <a:r>
              <a:rPr sz="2800" dirty="0"/>
              <a:t>CBVs provide reusability and structure.</a:t>
            </a:r>
          </a:p>
          <a:p>
            <a:r>
              <a:rPr sz="2800" dirty="0"/>
              <a:t>path() is best for most routes.</a:t>
            </a:r>
          </a:p>
          <a:p>
            <a:r>
              <a:rPr sz="2800" dirty="0"/>
              <a:t>Use </a:t>
            </a:r>
            <a:r>
              <a:rPr sz="2800" dirty="0" err="1"/>
              <a:t>re_path</a:t>
            </a:r>
            <a:r>
              <a:rPr sz="2800" dirty="0"/>
              <a:t>() for complex regex-based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sz="2800" dirty="0"/>
              <a:t>Any 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741322"/>
            <a:ext cx="7543800" cy="1450757"/>
          </a:xfrm>
        </p:spPr>
        <p:txBody>
          <a:bodyPr anchor="ctr"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6786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</TotalTime>
  <Words>494</Words>
  <Application>Microsoft Office PowerPoint</Application>
  <PresentationFormat>On-screen Show (4:3)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Django Views and URL Routing</vt:lpstr>
      <vt:lpstr>What is a Django View?</vt:lpstr>
      <vt:lpstr>Function-Based Views (FBVs)</vt:lpstr>
      <vt:lpstr>Class-Based Views (CBVs)</vt:lpstr>
      <vt:lpstr>When to Use FBV vs CBV</vt:lpstr>
      <vt:lpstr>URL Routing in Django</vt:lpstr>
      <vt:lpstr>path() Function</vt:lpstr>
      <vt:lpstr>re_path() Function</vt:lpstr>
      <vt:lpstr>Example - Combining Views and URLs</vt:lpstr>
      <vt:lpstr>Summary</vt:lpstr>
      <vt:lpstr>Q&amp;A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Views and URL Routing</dc:title>
  <dc:subject/>
  <dc:creator/>
  <cp:keywords/>
  <dc:description>generated using python-pptx</dc:description>
  <cp:lastModifiedBy>Dhaval Dodiya</cp:lastModifiedBy>
  <cp:revision>15</cp:revision>
  <dcterms:created xsi:type="dcterms:W3CDTF">2013-01-27T09:14:16Z</dcterms:created>
  <dcterms:modified xsi:type="dcterms:W3CDTF">2025-09-05T09:43:24Z</dcterms:modified>
  <cp:category/>
</cp:coreProperties>
</file>