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Django Custom Managers and QuerySet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FireLab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QuerySet?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QuerySet is a collection of database queries to retrieve objects from your database.</a:t>
            </a:r>
          </a:p>
          <a:p>
            <a:r>
              <a:t>You can filter, order, and chain QuerySet operations.</a:t>
            </a:r>
          </a:p>
          <a:p>
            <a:r>
              <a:t>It is lazy – execution happens only when data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Manager is a class through which Django models perform database queries.</a:t>
            </a:r>
          </a:p>
          <a:p>
            <a:r>
              <a:t>Every model gets a default manager named `objects`.</a:t>
            </a:r>
          </a:p>
          <a:p>
            <a:r>
              <a:t>You can create custom managers to encapsulate query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Custom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django.db import models</a:t>
            </a:r>
          </a:p>
          <a:p/>
          <a:p>
            <a:r>
              <a:t>class PublishedManager(models.Manager):</a:t>
            </a:r>
          </a:p>
          <a:p>
            <a:r>
              <a:t>    def get_queryset(self):</a:t>
            </a:r>
          </a:p>
          <a:p>
            <a:r>
              <a:t>        return super().get_queryset().filter(status='published')</a:t>
            </a:r>
          </a:p>
          <a:p/>
          <a:p>
            <a:r>
              <a:t>class Article(models.Model):</a:t>
            </a:r>
          </a:p>
          <a:p>
            <a:r>
              <a:t>    ...</a:t>
            </a:r>
          </a:p>
          <a:p>
            <a:r>
              <a:t>    objects = models.Manager()  # Default</a:t>
            </a:r>
          </a:p>
          <a:p>
            <a:r>
              <a:t>    published = PublishedManager()  # Custom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QuerySets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can also define custom QuerySet classes:</a:t>
            </a:r>
          </a:p>
          <a:p/>
          <a:p>
            <a:r>
              <a:t>class BookQuerySet(models.QuerySet):</a:t>
            </a:r>
          </a:p>
          <a:p>
            <a:r>
              <a:t>    def available(self):</a:t>
            </a:r>
          </a:p>
          <a:p>
            <a:r>
              <a:t>        return self.filter(is_available=True)</a:t>
            </a:r>
          </a:p>
          <a:p/>
          <a:p>
            <a:r>
              <a:t>class Book(models.Model):</a:t>
            </a:r>
          </a:p>
          <a:p>
            <a:r>
              <a:t>    ...</a:t>
            </a:r>
          </a:p>
          <a:p>
            <a:r>
              <a:t>    objects = BookQuerySet.as_manager()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FireLab is a KPI Management System for tracking and visualizing performance.</a:t>
            </a:r>
          </a:p>
          <a:p>
            <a:r>
              <a:t>Modular architecture with GitLab as a primary integration.</a:t>
            </a:r>
          </a:p>
          <a:p>
            <a:r>
              <a:t>Backend: Django | Frontend: Svelte + Tailwind CSS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User Authentication and Survey Management</a:t>
            </a:r>
          </a:p>
          <a:p>
            <a:r>
              <a:t>✔ Custom KPIs and Field Management</a:t>
            </a:r>
          </a:p>
          <a:p>
            <a:r>
              <a:t>✔ Dashboards and Data Visualization</a:t>
            </a:r>
          </a:p>
          <a:p>
            <a:r>
              <a:t>✔ Data Import/Export</a:t>
            </a:r>
          </a:p>
          <a:p>
            <a:r>
              <a:t>✔ GitLab Integration for metrics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(Django):</a:t>
            </a:r>
          </a:p>
          <a:p>
            <a:r>
              <a:t>- Core KPI app, GitLab module, shared utilities</a:t>
            </a:r>
          </a:p>
          <a:p>
            <a:r>
              <a:t>Frontend (Svelte):</a:t>
            </a:r>
          </a:p>
          <a:p>
            <a:r>
              <a:t>- Modern UI, Tailwind CSS, Real-time updates</a:t>
            </a:r>
          </a:p>
          <a:p>
            <a:r>
              <a:t>APIs, Forms, and Custom Commands for flexibility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and install backend (Django)</a:t>
            </a:r>
          </a:p>
          <a:p>
            <a:r>
              <a:t>2. Setup virtual environment and dependencies</a:t>
            </a:r>
          </a:p>
          <a:p>
            <a:r>
              <a:t>3. Configure GitLab token and environment vars</a:t>
            </a:r>
          </a:p>
          <a:p>
            <a:r>
              <a:t>4. Setup frontend (Svelte) and run both servers</a:t>
            </a:r>
          </a:p>
          <a:p>
            <a:r>
              <a:t>5. Access admin for GitLab mappings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